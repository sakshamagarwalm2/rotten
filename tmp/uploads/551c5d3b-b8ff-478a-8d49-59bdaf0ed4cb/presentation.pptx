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551c5d3b-b8ff-478a-8d49-59bdaf0ed4cb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11274552" cy="7168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E02424"/>
                </a:solidFill>
              </a:rPr>
              <a:t>अध्याय-2 TOPIC-WISE CLASS-11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551c5d3b-b8ff-478a-8d49-59bdaf0ed4cb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11274552" cy="403.199999999999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829"/>
                </a:solidFill>
              </a:rPr>
              <a:t>प्रश्न 19. </a:t>
            </a:r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हाइड्रोजन के रेडियोधर्मी समस्थानिक में उपस्थित क्रमशः न्यूट्रॉन एवं इलेक्ट्रॉनों की संख्या है-</a:t>
            </a:r>
            <a:pPr algn="l" indent="0" marL="0">
              <a:lnSpc>
                <a:spcPts val="3360"/>
              </a:lnSpc>
              <a:buNone/>
            </a:pPr>
            <a:r>
              <a:rPr lang="en-US" sz="1960" b="1" dirty="0">
                <a:solidFill>
                  <a:srgbClr val="E02424"/>
                </a:solidFill>
              </a:rPr>
              <a:t>  2021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829"/>
                </a:solidFill>
              </a:rPr>
              <a:t>● 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(a) 2 एवं1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829"/>
                </a:solidFill>
              </a:rPr>
              <a:t>● 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(b) 2 एवं2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829"/>
                </a:solidFill>
              </a:rPr>
              <a:t>● 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(c) 3 एवं1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829"/>
                </a:solidFill>
              </a:rPr>
              <a:t>● 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(d) 1 एवं1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6A34A"/>
                </a:solidFill>
              </a:rPr>
              <a:t>उत्तर: a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551c5d3b-b8ff-478a-8d49-59bdaf0ed4cb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11274552" cy="285.599999999999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829"/>
                </a:solidFill>
              </a:rPr>
              <a:t>प्रश्न 18. </a:t>
            </a:r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यदि परमाणु का थॉमसन मॉडल सही होता...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829"/>
                </a:solidFill>
              </a:rPr>
              <a:t>● 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(a)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829"/>
                </a:solidFill>
              </a:rPr>
              <a:t>● 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(b)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829"/>
                </a:solidFill>
              </a:rPr>
              <a:t>● 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(c)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829"/>
                </a:solidFill>
              </a:rPr>
              <a:t>● 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(d)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6A34A"/>
                </a:solidFill>
              </a:rPr>
              <a:t>उत्तर: a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551c5d3b-b8ff-478a-8d49-59bdaf0ed4cb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11274552" cy="111.999999999999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829"/>
                </a:solidFill>
              </a:rPr>
              <a:t>प्रश्न 87. </a:t>
            </a:r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एक काल्पनिक आयन पर विचार करें...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6A34A"/>
                </a:solidFill>
              </a:rPr>
              <a:t>उत्तर: 4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551c5d3b-b8ff-478a-8d49-59bdaf0ed4cb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11274552" cy="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829"/>
                </a:solidFill>
              </a:rPr>
              <a:t>प्रश्न 17. </a:t>
            </a:r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नीचे दो कथन दिए गए हैं:</a:t>
            </a:r>
            <a:pPr algn="l" indent="0" marL="0">
              <a:lnSpc>
                <a:spcPts val="3360"/>
              </a:lnSpc>
              <a:buNone/>
            </a:pPr>
            <a:r>
              <a:rPr lang="en-US" sz="1960" b="1" dirty="0">
                <a:solidFill>
                  <a:srgbClr val="E02424"/>
                </a:solidFill>
              </a:rPr>
              <a:t>  2021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829"/>
                </a:solidFill>
              </a:rPr>
              <a:t>● 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(a) दोनों सत्य हैं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829"/>
                </a:solidFill>
              </a:rPr>
              <a:t>● 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(b) कथन I असत्य है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829"/>
                </a:solidFill>
              </a:rPr>
              <a:t>● 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(c) दोनों असत्य हैं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829"/>
                </a:solidFill>
              </a:rPr>
              <a:t>● 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(d) कथन I सत्य है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6A34A"/>
                </a:solidFill>
              </a:rPr>
              <a:t>उत्तर: a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551c5d3b-b8ff-478a-8d49-59bdaf0ed4cb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11274552" cy="111.999999999999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829"/>
                </a:solidFill>
              </a:rPr>
              <a:t>प्रश्न 72. </a:t>
            </a:r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यौगिक में एक परमाणु...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6A34A"/>
                </a:solidFill>
              </a:rPr>
              <a:t>उत्तर: 6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551c5d3b-b8ff-478a-8d49-59bdaf0ed4cb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11274552" cy="324.799999999999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829"/>
                </a:solidFill>
              </a:rPr>
              <a:t>प्रश्न 2. </a:t>
            </a:r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केंडेला किसी स्रोत की एक निश्चित दिशा में दीप्त तीव्रता...</a:t>
            </a:r>
            <a:pPr algn="l" indent="0" marL="0">
              <a:lnSpc>
                <a:spcPts val="3360"/>
              </a:lnSpc>
              <a:buNone/>
            </a:pPr>
            <a:r>
              <a:rPr lang="en-US" sz="1960" b="1" dirty="0">
                <a:solidFill>
                  <a:srgbClr val="E02424"/>
                </a:solidFill>
              </a:rPr>
              <a:t>  2024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829"/>
                </a:solidFill>
              </a:rPr>
              <a:t>● 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(a) 450 और 683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829"/>
                </a:solidFill>
              </a:rPr>
              <a:t>● 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(b) 450 और ...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829"/>
                </a:solidFill>
              </a:rPr>
              <a:t>● 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(c) 540 और ...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829"/>
                </a:solidFill>
              </a:rPr>
              <a:t>● 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(d) 540 और 683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6A34A"/>
                </a:solidFill>
              </a:rPr>
              <a:t>उत्तर: d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551c5d3b-b8ff-478a-8d49-59bdaf0ed4cb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11274552" cy="151.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829"/>
                </a:solidFill>
              </a:rPr>
              <a:t>प्रश्न 13. </a:t>
            </a:r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तरंगदैर्ध्य के विकिरण के एक मोल फोटॉन की ऊर्जा...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6A34A"/>
                </a:solidFill>
              </a:rPr>
              <a:t>उत्तर: c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551c5d3b-b8ff-478a-8d49-59bdaf0ed4cb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11274552" cy="111.999999999999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829"/>
                </a:solidFill>
              </a:rPr>
              <a:t>प्रश्न 36. </a:t>
            </a:r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मांसपेशीय दर्द के ऊष्मा उपचार...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6A34A"/>
                </a:solidFill>
              </a:rPr>
              <a:t>उत्तर: b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2026-05-23T11:02:55Z</dcterms:created>
  <dcterms:modified xsi:type="dcterms:W3CDTF">2026-05-23T11:02:55Z</dcterms:modified>
</cp:coreProperties>
</file>