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3072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02424"/>
                </a:solidFill>
              </a:rPr>
              <a:t>Page 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6144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1..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उपपरमाण्विक कणों की खोज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201.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19..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हाइड्रोजन के रेडियोधर्मी समस्थानिक में उपस्थित क्रमशः न्यूट्रॉन एवं इलेक्ट्रॉनों की संख्या है- [2021]</a:t>
            </a:r>
            <a:pPr algn="l" indent="0" marL="0">
              <a:lnSpc>
                <a:spcPts val="3360"/>
              </a:lnSpc>
              <a:buNone/>
            </a:pPr>
            <a:r>
              <a:rPr lang="en-US" sz="1680" b="1" dirty="0">
                <a:solidFill>
                  <a:srgbClr val="E02424"/>
                </a:solidFill>
              </a:rPr>
              <a:t>  2021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3072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02424"/>
                </a:solidFill>
              </a:rPr>
              <a:t>उत्तर- (a)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134.39999999999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87..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एक काल्पनिक आयन पर विचार करें...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(4)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6144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2..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थॉमसन का परमाणु मॉडल (1898)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134.39999999999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18..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यदि परमाणु का थॉमसन मॉडल सही होता...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(a)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100.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3..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रदरफोर्ड का नाभिकीय परमाणु मॉडल (1911)</a:t>
            </a:r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3072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02424"/>
                </a:solidFill>
              </a:rPr>
              <a:t>Page 2</a:t>
            </a: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6144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17..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नीचे दो कथन दिए गए हैं: [2021]</a:t>
            </a:r>
            <a:pPr algn="l" indent="0" marL="0">
              <a:lnSpc>
                <a:spcPts val="3360"/>
              </a:lnSpc>
              <a:buNone/>
            </a:pPr>
            <a:r>
              <a:rPr lang="en-US" sz="1680" b="1" dirty="0">
                <a:solidFill>
                  <a:srgbClr val="E02424"/>
                </a:solidFill>
              </a:rPr>
              <a:t>  2021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3072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02424"/>
                </a:solidFill>
              </a:rPr>
              <a:t>उत्तर-(a)</a:t>
            </a:r>
            <a:endParaRPr 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100.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4..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परमाणु क्रमांक और द्रव्यमान क्रमांक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100.79999999999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72..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यौगिक में एक परमाणु...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(6)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100.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5..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विद्युतचुंबकीय विकिरण का तरंग स्वरूप</a:t>
            </a:r>
            <a:endParaRPr lang="en-US" sz="2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3072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02424"/>
                </a:solidFill>
              </a:rPr>
              <a:t>Page 3</a:t>
            </a:r>
            <a:endParaRPr lang="en-US" sz="2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134.39999999999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2..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केंडेला किसी स्रोत की एक निश्चित दिशा में दीप्त तीव्रता...</a:t>
            </a:r>
            <a:pPr algn="l" indent="0" marL="0">
              <a:lnSpc>
                <a:spcPts val="3360"/>
              </a:lnSpc>
              <a:buNone/>
            </a:pPr>
            <a:r>
              <a:rPr lang="en-US" sz="1680" b="1" dirty="0">
                <a:solidFill>
                  <a:srgbClr val="E02424"/>
                </a:solidFill>
              </a:rPr>
              <a:t>  2024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30723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E02424"/>
                </a:solidFill>
              </a:rPr>
              <a:t>उत्तर-(d)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134.39999999999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13..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तरंगदैर्ध्य के विकिरण के एक मोल फोटॉन की ऊर्जा...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(c)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p\Documents\GitHub\Rotten\tmp\uploads\17cdd1f6-0c8b-44d4-a181-f564f5355541\backgroun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097280"/>
            <a:ext cx="11457432" cy="134.399999999999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700"/>
                </a:solidFill>
              </a:rPr>
              <a:t>प्रश्न 36.. 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मांसपेशीय दर्द के ऊष्मा उपचार...</a:t>
            </a:r>
            <a:pPr algn="l" indent="0" marL="0">
              <a:lnSpc>
                <a:spcPts val="3360"/>
              </a:lnSpc>
              <a:buNone/>
            </a:pPr>
            <a:r>
              <a:rPr lang="en-US" sz="2400" dirty="0">
                <a:solidFill>
                  <a:srgbClr val="000000"/>
                </a:solidFill>
              </a:rPr>
              <a:t>
</a:t>
            </a:r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16A34A"/>
                </a:solidFill>
              </a:rPr>
              <a:t>उत्तर: (b)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2026-05-23T10:38:18Z</dcterms:created>
  <dcterms:modified xsi:type="dcterms:W3CDTF">2026-05-23T10:38:18Z</dcterms:modified>
</cp:coreProperties>
</file>