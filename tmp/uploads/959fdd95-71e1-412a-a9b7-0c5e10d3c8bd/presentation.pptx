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Page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5266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1.. उपपरमाण्विक कणों की खोज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72.7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19.. हाइड्रोजन के रेडियोधर्मी समस्थानिक में उपस्थित क्रमशः न्यूट्रॉन एवं इलेक्ट्रॉनों की संख्या है- [2021]</a:t>
            </a:r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 2021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 (a)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15.1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87.. एक काल्पनिक आयन पर विचार करें...</a:t>
            </a:r>
            <a:pPr algn="l" indent="0" marL="0">
              <a:lnSpc>
                <a:spcPts val="120"/>
              </a:lnSpc>
              <a:buNone/>
            </a:pPr>
            <a:endParaRPr lang="en-US" sz="2400" dirty="0"/>
          </a:p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उत्तर: (4)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5266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2.. थॉमसन का परमाणु मॉडल (1898)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15.1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18.. यदि परमाणु का थॉमसन मॉडल सही होता...</a:t>
            </a:r>
            <a:pPr algn="l" indent="0" marL="0">
              <a:lnSpc>
                <a:spcPts val="120"/>
              </a:lnSpc>
              <a:buNone/>
            </a:pPr>
            <a:endParaRPr lang="en-US" sz="2400" dirty="0"/>
          </a:p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उत्तर: (a)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790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3.. रदरफोर्ड का नाभिकीय परमाणु मॉडल (1911)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Page 2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5266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17.. नीचे दो कथन दिए गए हैं: [2021]</a:t>
            </a:r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 2021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उत्तर-(a)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790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4.. परमाणु क्रमांक और द्रव्यमान क्रमांक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790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72.. यौगिक में एक परमाणु...</a:t>
            </a:r>
            <a:pPr algn="l" indent="0" marL="0">
              <a:lnSpc>
                <a:spcPts val="120"/>
              </a:lnSpc>
              <a:buNone/>
            </a:pPr>
            <a:endParaRPr lang="en-US" sz="2400" dirty="0"/>
          </a:p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उत्तर: (6)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790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5.. विद्युतचुंबकीय विकिरण का तरंग स्वरूप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Page 3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15.1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2.. केंडेला किसी स्रोत की एक निश्चित दिशा में दीप्त तीव्रता...</a:t>
            </a:r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 2024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2633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उत्तर-(d)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15.1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13.. तरंगदैर्ध्य के विकिरण के एक मोल फोटॉन की ऊर्जा...</a:t>
            </a:r>
            <a:pPr algn="l" indent="0" marL="0">
              <a:lnSpc>
                <a:spcPts val="120"/>
              </a:lnSpc>
              <a:buNone/>
            </a:pPr>
            <a:endParaRPr lang="en-US" sz="2400" dirty="0"/>
          </a:p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उत्तर: (c)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959fdd95-71e1-412a-a9b7-0c5e10d3c8bd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57432" cy="115.1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36.. मांसपेशीय दर्द के ऊष्मा उपचार...</a:t>
            </a:r>
            <a:pPr algn="l" indent="0" marL="0">
              <a:lnSpc>
                <a:spcPts val="120"/>
              </a:lnSpc>
              <a:buNone/>
            </a:pPr>
            <a:endParaRPr lang="en-US" sz="2400" dirty="0"/>
          </a:p>
          <a:p>
            <a:pPr algn="l" indent="0" marL="0">
              <a:lnSpc>
                <a:spcPts val="12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उत्तर: (b)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2026-05-23T10:28:44Z</dcterms:created>
  <dcterms:modified xsi:type="dcterms:W3CDTF">2026-05-23T10:28:44Z</dcterms:modified>
</cp:coreProperties>
</file>